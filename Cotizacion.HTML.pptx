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Open Sans Light" charset="1" panose="020B0306030504020204"/>
      <p:regular r:id="rId8"/>
    </p:embeddedFont>
    <p:embeddedFont>
      <p:font typeface="Open Sans Bold" charset="1" panose="020B0806030504020204"/>
      <p:regular r:id="rId9"/>
    </p:embeddedFont>
    <p:embeddedFont>
      <p:font typeface="Open Sans" charset="1" panose="020B0606030504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4779" y="2702209"/>
            <a:ext cx="5433189" cy="5085149"/>
          </a:xfrm>
          <a:custGeom>
            <a:avLst/>
            <a:gdLst/>
            <a:ahLst/>
            <a:cxnLst/>
            <a:rect r="r" b="b" t="t" l="l"/>
            <a:pathLst>
              <a:path h="5085149" w="5433189">
                <a:moveTo>
                  <a:pt x="0" y="0"/>
                </a:moveTo>
                <a:lnTo>
                  <a:pt x="5433189" y="0"/>
                </a:lnTo>
                <a:lnTo>
                  <a:pt x="5433189" y="5085150"/>
                </a:lnTo>
                <a:lnTo>
                  <a:pt x="0" y="5085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</a:blip>
            <a:stretch>
              <a:fillRect l="-62190" t="-17169" r="-57696" b="-798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04799" y="-568180"/>
            <a:ext cx="7769597" cy="2691248"/>
          </a:xfrm>
          <a:custGeom>
            <a:avLst/>
            <a:gdLst/>
            <a:ahLst/>
            <a:cxnLst/>
            <a:rect r="r" b="b" t="t" l="l"/>
            <a:pathLst>
              <a:path h="2691248" w="7769597">
                <a:moveTo>
                  <a:pt x="0" y="0"/>
                </a:moveTo>
                <a:lnTo>
                  <a:pt x="7769598" y="0"/>
                </a:lnTo>
                <a:lnTo>
                  <a:pt x="7769598" y="2691249"/>
                </a:lnTo>
                <a:lnTo>
                  <a:pt x="0" y="2691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0800000">
            <a:off x="0" y="8471497"/>
            <a:ext cx="7769597" cy="2691248"/>
          </a:xfrm>
          <a:custGeom>
            <a:avLst/>
            <a:gdLst/>
            <a:ahLst/>
            <a:cxnLst/>
            <a:rect r="r" b="b" t="t" l="l"/>
            <a:pathLst>
              <a:path h="2691248" w="7769597">
                <a:moveTo>
                  <a:pt x="7769597" y="2691248"/>
                </a:moveTo>
                <a:lnTo>
                  <a:pt x="0" y="2691248"/>
                </a:lnTo>
                <a:lnTo>
                  <a:pt x="0" y="0"/>
                </a:lnTo>
                <a:lnTo>
                  <a:pt x="7769597" y="0"/>
                </a:lnTo>
                <a:lnTo>
                  <a:pt x="7769597" y="269124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56000" y="3556900"/>
            <a:ext cx="2676254" cy="302473"/>
            <a:chOff x="0" y="0"/>
            <a:chExt cx="814703" cy="920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4703" cy="92079"/>
            </a:xfrm>
            <a:custGeom>
              <a:avLst/>
              <a:gdLst/>
              <a:ahLst/>
              <a:cxnLst/>
              <a:rect r="r" b="b" t="t" l="l"/>
              <a:pathLst>
                <a:path h="92079" w="814703">
                  <a:moveTo>
                    <a:pt x="0" y="0"/>
                  </a:moveTo>
                  <a:lnTo>
                    <a:pt x="814703" y="0"/>
                  </a:lnTo>
                  <a:lnTo>
                    <a:pt x="814703" y="92079"/>
                  </a:lnTo>
                  <a:lnTo>
                    <a:pt x="0" y="9207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14703" cy="111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  <a:r>
                <a:rPr lang="en-US" sz="11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Concepto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77024" y="3556900"/>
            <a:ext cx="1195686" cy="292948"/>
            <a:chOff x="0" y="0"/>
            <a:chExt cx="363990" cy="891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3990" cy="89179"/>
            </a:xfrm>
            <a:custGeom>
              <a:avLst/>
              <a:gdLst/>
              <a:ahLst/>
              <a:cxnLst/>
              <a:rect r="r" b="b" t="t" l="l"/>
              <a:pathLst>
                <a:path h="89179" w="363990">
                  <a:moveTo>
                    <a:pt x="0" y="0"/>
                  </a:moveTo>
                  <a:lnTo>
                    <a:pt x="363990" y="0"/>
                  </a:lnTo>
                  <a:lnTo>
                    <a:pt x="363990" y="89179"/>
                  </a:lnTo>
                  <a:lnTo>
                    <a:pt x="0" y="8917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63990" cy="108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  <a:r>
                <a:rPr lang="en-US" sz="11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Cantidad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17563" y="3547869"/>
            <a:ext cx="1016413" cy="301979"/>
            <a:chOff x="0" y="0"/>
            <a:chExt cx="309416" cy="919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9416" cy="91928"/>
            </a:xfrm>
            <a:custGeom>
              <a:avLst/>
              <a:gdLst/>
              <a:ahLst/>
              <a:cxnLst/>
              <a:rect r="r" b="b" t="t" l="l"/>
              <a:pathLst>
                <a:path h="91928" w="309416">
                  <a:moveTo>
                    <a:pt x="0" y="0"/>
                  </a:moveTo>
                  <a:lnTo>
                    <a:pt x="309416" y="0"/>
                  </a:lnTo>
                  <a:lnTo>
                    <a:pt x="309416" y="91928"/>
                  </a:lnTo>
                  <a:lnTo>
                    <a:pt x="0" y="91928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09416" cy="11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  <a:r>
                <a:rPr lang="en-US" sz="11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Precio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78829" y="3556900"/>
            <a:ext cx="1025171" cy="292948"/>
            <a:chOff x="0" y="0"/>
            <a:chExt cx="312082" cy="891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082" cy="89179"/>
            </a:xfrm>
            <a:custGeom>
              <a:avLst/>
              <a:gdLst/>
              <a:ahLst/>
              <a:cxnLst/>
              <a:rect r="r" b="b" t="t" l="l"/>
              <a:pathLst>
                <a:path h="89179" w="312082">
                  <a:moveTo>
                    <a:pt x="0" y="0"/>
                  </a:moveTo>
                  <a:lnTo>
                    <a:pt x="312082" y="0"/>
                  </a:lnTo>
                  <a:lnTo>
                    <a:pt x="312082" y="89179"/>
                  </a:lnTo>
                  <a:lnTo>
                    <a:pt x="0" y="8917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12082" cy="108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  <a:r>
                <a:rPr lang="en-US" sz="11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Total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66705" y="5283706"/>
            <a:ext cx="604522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3758590" y="512417"/>
            <a:ext cx="2911614" cy="2442116"/>
          </a:xfrm>
          <a:custGeom>
            <a:avLst/>
            <a:gdLst/>
            <a:ahLst/>
            <a:cxnLst/>
            <a:rect r="r" b="b" t="t" l="l"/>
            <a:pathLst>
              <a:path h="2442116" w="2911614">
                <a:moveTo>
                  <a:pt x="0" y="0"/>
                </a:moveTo>
                <a:lnTo>
                  <a:pt x="2911614" y="0"/>
                </a:lnTo>
                <a:lnTo>
                  <a:pt x="2911614" y="2442117"/>
                </a:lnTo>
                <a:lnTo>
                  <a:pt x="0" y="2442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56000" y="2082574"/>
            <a:ext cx="2063004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b="true" sz="1200" spc="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DATOS DEL CLIENTE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6000" y="3250990"/>
            <a:ext cx="3459101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Fecha: 13/11/2025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96854" y="5317425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Subtotal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83846" y="5317425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2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$1.621.346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96854" y="5983687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3"/>
              </a:lnSpc>
            </a:pPr>
            <a:r>
              <a:rPr lang="en-US" sz="12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83846" y="5983687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2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$1.929.041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7576" y="5902153"/>
            <a:ext cx="2637085" cy="410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Forma de pago: 50%  Anticipo 50%contraentrega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1558" y="6446221"/>
            <a:ext cx="2613102" cy="410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Nota: esta cotizacion tiene validez por 30 dias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0539" y="3935573"/>
            <a:ext cx="2696486" cy="131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2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Mantenimiento preventivo del sistema de extracción de aire de cocina, Incluye:</a:t>
            </a:r>
          </a:p>
          <a:p>
            <a:pPr algn="l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-Campana </a:t>
            </a:r>
          </a:p>
          <a:p>
            <a:pPr algn="l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-Ventilador </a:t>
            </a:r>
          </a:p>
          <a:p>
            <a:pPr algn="l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-Ducto (parte accesible)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52486" y="3992723"/>
            <a:ext cx="1199515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5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96854" y="3983198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$405.336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776882" y="3983198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$1´621.346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6705" y="2284994"/>
            <a:ext cx="3228815" cy="82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 spc="1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Nombre: CC MetroCentro DOS</a:t>
            </a:r>
          </a:p>
          <a:p>
            <a:pPr algn="l">
              <a:lnSpc>
                <a:spcPts val="1655"/>
              </a:lnSpc>
            </a:pPr>
            <a:r>
              <a:rPr lang="en-US" sz="1200" spc="1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Dirección: Bolivar #41-144, La Candelaria, Medellín,</a:t>
            </a:r>
          </a:p>
          <a:p>
            <a:pPr algn="l">
              <a:lnSpc>
                <a:spcPts val="1655"/>
              </a:lnSpc>
            </a:pPr>
            <a:r>
              <a:rPr lang="en-US" sz="1200" spc="1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Teléfono: 320 6161428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7576" y="8082634"/>
            <a:ext cx="3906005" cy="410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Ejecutivo comercial</a:t>
            </a:r>
          </a:p>
          <a:p>
            <a:pPr algn="l" marL="0" indent="0" lvl="0">
              <a:lnSpc>
                <a:spcPts val="1655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323 2925373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0539" y="7882609"/>
            <a:ext cx="241920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5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Jairo Perez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6000" y="6954470"/>
            <a:ext cx="241920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5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Atentamente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575979" y="5652436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IVA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08611" y="5652436"/>
            <a:ext cx="1166882" cy="43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2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$308.056</a:t>
            </a:r>
          </a:p>
          <a:p>
            <a:pPr algn="ctr">
              <a:lnSpc>
                <a:spcPts val="179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4779" y="2702209"/>
            <a:ext cx="5433189" cy="5085149"/>
          </a:xfrm>
          <a:custGeom>
            <a:avLst/>
            <a:gdLst/>
            <a:ahLst/>
            <a:cxnLst/>
            <a:rect r="r" b="b" t="t" l="l"/>
            <a:pathLst>
              <a:path h="5085149" w="5433189">
                <a:moveTo>
                  <a:pt x="0" y="0"/>
                </a:moveTo>
                <a:lnTo>
                  <a:pt x="5433189" y="0"/>
                </a:lnTo>
                <a:lnTo>
                  <a:pt x="5433189" y="5085150"/>
                </a:lnTo>
                <a:lnTo>
                  <a:pt x="0" y="5085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</a:blip>
            <a:stretch>
              <a:fillRect l="-62190" t="-17169" r="-57696" b="-798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04799" y="-568180"/>
            <a:ext cx="7769597" cy="2691248"/>
          </a:xfrm>
          <a:custGeom>
            <a:avLst/>
            <a:gdLst/>
            <a:ahLst/>
            <a:cxnLst/>
            <a:rect r="r" b="b" t="t" l="l"/>
            <a:pathLst>
              <a:path h="2691248" w="7769597">
                <a:moveTo>
                  <a:pt x="0" y="0"/>
                </a:moveTo>
                <a:lnTo>
                  <a:pt x="7769598" y="0"/>
                </a:lnTo>
                <a:lnTo>
                  <a:pt x="7769598" y="2691249"/>
                </a:lnTo>
                <a:lnTo>
                  <a:pt x="0" y="2691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0800000">
            <a:off x="0" y="8471497"/>
            <a:ext cx="7769597" cy="2691248"/>
          </a:xfrm>
          <a:custGeom>
            <a:avLst/>
            <a:gdLst/>
            <a:ahLst/>
            <a:cxnLst/>
            <a:rect r="r" b="b" t="t" l="l"/>
            <a:pathLst>
              <a:path h="2691248" w="7769597">
                <a:moveTo>
                  <a:pt x="7769597" y="2691248"/>
                </a:moveTo>
                <a:lnTo>
                  <a:pt x="0" y="2691248"/>
                </a:lnTo>
                <a:lnTo>
                  <a:pt x="0" y="0"/>
                </a:lnTo>
                <a:lnTo>
                  <a:pt x="7769597" y="0"/>
                </a:lnTo>
                <a:lnTo>
                  <a:pt x="7769597" y="269124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56000" y="3556900"/>
            <a:ext cx="2676254" cy="302473"/>
            <a:chOff x="0" y="0"/>
            <a:chExt cx="814703" cy="920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4703" cy="92079"/>
            </a:xfrm>
            <a:custGeom>
              <a:avLst/>
              <a:gdLst/>
              <a:ahLst/>
              <a:cxnLst/>
              <a:rect r="r" b="b" t="t" l="l"/>
              <a:pathLst>
                <a:path h="92079" w="814703">
                  <a:moveTo>
                    <a:pt x="0" y="0"/>
                  </a:moveTo>
                  <a:lnTo>
                    <a:pt x="814703" y="0"/>
                  </a:lnTo>
                  <a:lnTo>
                    <a:pt x="814703" y="92079"/>
                  </a:lnTo>
                  <a:lnTo>
                    <a:pt x="0" y="9207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14703" cy="111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  <a:r>
                <a:rPr lang="en-US" sz="11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Concepto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77024" y="3556900"/>
            <a:ext cx="1195686" cy="292948"/>
            <a:chOff x="0" y="0"/>
            <a:chExt cx="363990" cy="891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3990" cy="89179"/>
            </a:xfrm>
            <a:custGeom>
              <a:avLst/>
              <a:gdLst/>
              <a:ahLst/>
              <a:cxnLst/>
              <a:rect r="r" b="b" t="t" l="l"/>
              <a:pathLst>
                <a:path h="89179" w="363990">
                  <a:moveTo>
                    <a:pt x="0" y="0"/>
                  </a:moveTo>
                  <a:lnTo>
                    <a:pt x="363990" y="0"/>
                  </a:lnTo>
                  <a:lnTo>
                    <a:pt x="363990" y="89179"/>
                  </a:lnTo>
                  <a:lnTo>
                    <a:pt x="0" y="8917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63990" cy="108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  <a:r>
                <a:rPr lang="en-US" sz="11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Cantidad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17563" y="3547869"/>
            <a:ext cx="1016413" cy="301979"/>
            <a:chOff x="0" y="0"/>
            <a:chExt cx="309416" cy="919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9416" cy="91928"/>
            </a:xfrm>
            <a:custGeom>
              <a:avLst/>
              <a:gdLst/>
              <a:ahLst/>
              <a:cxnLst/>
              <a:rect r="r" b="b" t="t" l="l"/>
              <a:pathLst>
                <a:path h="91928" w="309416">
                  <a:moveTo>
                    <a:pt x="0" y="0"/>
                  </a:moveTo>
                  <a:lnTo>
                    <a:pt x="309416" y="0"/>
                  </a:lnTo>
                  <a:lnTo>
                    <a:pt x="309416" y="91928"/>
                  </a:lnTo>
                  <a:lnTo>
                    <a:pt x="0" y="91928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09416" cy="11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  <a:r>
                <a:rPr lang="en-US" sz="11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Precio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78829" y="3556900"/>
            <a:ext cx="1025171" cy="292948"/>
            <a:chOff x="0" y="0"/>
            <a:chExt cx="312082" cy="891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082" cy="89179"/>
            </a:xfrm>
            <a:custGeom>
              <a:avLst/>
              <a:gdLst/>
              <a:ahLst/>
              <a:cxnLst/>
              <a:rect r="r" b="b" t="t" l="l"/>
              <a:pathLst>
                <a:path h="89179" w="312082">
                  <a:moveTo>
                    <a:pt x="0" y="0"/>
                  </a:moveTo>
                  <a:lnTo>
                    <a:pt x="312082" y="0"/>
                  </a:lnTo>
                  <a:lnTo>
                    <a:pt x="312082" y="89179"/>
                  </a:lnTo>
                  <a:lnTo>
                    <a:pt x="0" y="8917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12082" cy="108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  <a:r>
                <a:rPr lang="en-US" sz="1100">
                  <a:solidFill>
                    <a:srgbClr val="FFFFFF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Total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66705" y="5283706"/>
            <a:ext cx="604522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3758590" y="512417"/>
            <a:ext cx="2911614" cy="2442116"/>
          </a:xfrm>
          <a:custGeom>
            <a:avLst/>
            <a:gdLst/>
            <a:ahLst/>
            <a:cxnLst/>
            <a:rect r="r" b="b" t="t" l="l"/>
            <a:pathLst>
              <a:path h="2442116" w="2911614">
                <a:moveTo>
                  <a:pt x="0" y="0"/>
                </a:moveTo>
                <a:lnTo>
                  <a:pt x="2911614" y="0"/>
                </a:lnTo>
                <a:lnTo>
                  <a:pt x="2911614" y="2442117"/>
                </a:lnTo>
                <a:lnTo>
                  <a:pt x="0" y="2442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56000" y="2082574"/>
            <a:ext cx="2063004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b="true" sz="1200" spc="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DATOS DEL CLIENTE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6000" y="3250990"/>
            <a:ext cx="3459101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Fecha: 13/11/2025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96854" y="5317425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Subtotal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83846" y="5317425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2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$1.621.346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96854" y="5983687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3"/>
              </a:lnSpc>
            </a:pPr>
            <a:r>
              <a:rPr lang="en-US" sz="12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83846" y="5983687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2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$1.929.041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7576" y="5902153"/>
            <a:ext cx="2637085" cy="410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Forma de pago: 50%  Anticipo 50%contraentrega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1558" y="6446221"/>
            <a:ext cx="2613102" cy="410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Nota: esta cotizacion tiene validez por 30 dias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0539" y="3935573"/>
            <a:ext cx="2696486" cy="131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2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Mantenimiento preventivo del sistema de extracción de aire de cocina, Incluye:</a:t>
            </a:r>
          </a:p>
          <a:p>
            <a:pPr algn="l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-Campana </a:t>
            </a:r>
          </a:p>
          <a:p>
            <a:pPr algn="l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-Ventilador </a:t>
            </a:r>
          </a:p>
          <a:p>
            <a:pPr algn="l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-Ducto (parte accesible)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52486" y="3992723"/>
            <a:ext cx="1199515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5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96854" y="3983198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$405.336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776882" y="3983198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$1´621.346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6705" y="2284994"/>
            <a:ext cx="3228815" cy="82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 spc="1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Nombre: CC MetroCentro DOS</a:t>
            </a:r>
          </a:p>
          <a:p>
            <a:pPr algn="l">
              <a:lnSpc>
                <a:spcPts val="1655"/>
              </a:lnSpc>
            </a:pPr>
            <a:r>
              <a:rPr lang="en-US" sz="1200" spc="1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Dirección: Bolivar #41-144, La Candelaria, Medellín,</a:t>
            </a:r>
          </a:p>
          <a:p>
            <a:pPr algn="l">
              <a:lnSpc>
                <a:spcPts val="1655"/>
              </a:lnSpc>
            </a:pPr>
            <a:r>
              <a:rPr lang="en-US" sz="1200" spc="1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Teléfono: 320 6161428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7576" y="8082634"/>
            <a:ext cx="3906005" cy="410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Ejecutivo comercial</a:t>
            </a:r>
          </a:p>
          <a:p>
            <a:pPr algn="l" marL="0" indent="0" lvl="0">
              <a:lnSpc>
                <a:spcPts val="1655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323 2925373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0539" y="7882609"/>
            <a:ext cx="241920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5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Jairo Perez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6000" y="6954470"/>
            <a:ext cx="241920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5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Atentamente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575979" y="5652436"/>
            <a:ext cx="1016413" cy="21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3"/>
              </a:lnSpc>
            </a:pPr>
            <a:r>
              <a:rPr lang="en-US" sz="12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IVA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08611" y="5652436"/>
            <a:ext cx="1166882" cy="43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2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$308.056</a:t>
            </a:r>
          </a:p>
          <a:p>
            <a:pPr algn="ctr">
              <a:lnSpc>
                <a:spcPts val="1793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DAGyqy-6yys</dc:identifier>
  <dcterms:modified xsi:type="dcterms:W3CDTF">2011-08-01T06:04:30Z</dcterms:modified>
  <cp:revision>1</cp:revision>
  <dc:title>Cotizacion </dc:title>
</cp:coreProperties>
</file>